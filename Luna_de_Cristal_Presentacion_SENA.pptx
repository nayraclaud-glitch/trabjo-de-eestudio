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8" r:id="rId103"/>
    <p:sldId id="259" r:id="rId104"/>
    <p:sldId id="286" r:id="rId131"/>
    <p:sldId id="285" r:id="rId130"/>
    <p:sldId id="284" r:id="rId129"/>
    <p:sldId id="283" r:id="rId128"/>
    <p:sldId id="282" r:id="rId127"/>
    <p:sldId id="281" r:id="rId126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3" r:id="rId118"/>
    <p:sldId id="287" r:id="rId132"/>
    <p:sldId id="272" r:id="rId117"/>
    <p:sldId id="288" r:id="rId133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  <Relationship Id="rId126" Type="http://schemas.openxmlformats.org/officeDocument/2006/relationships/slide" Target="slides/slide26.xml"/>
  <Relationship Id="rId127" Type="http://schemas.openxmlformats.org/officeDocument/2006/relationships/slide" Target="slides/slide27.xml"/>
  <Relationship Id="rId128" Type="http://schemas.openxmlformats.org/officeDocument/2006/relationships/slide" Target="slides/slide28.xml"/>
  <Relationship Id="rId129" Type="http://schemas.openxmlformats.org/officeDocument/2006/relationships/slide" Target="slides/slide29.xml"/>
  <Relationship Id="rId130" Type="http://schemas.openxmlformats.org/officeDocument/2006/relationships/slide" Target="slides/slide30.xml"/>
  <Relationship Id="rId131" Type="http://schemas.openxmlformats.org/officeDocument/2006/relationships/slide" Target="slides/slide31.xml"/>
  <Relationship Id="rId132" Type="http://schemas.openxmlformats.org/officeDocument/2006/relationships/slide" Target="slides/slide32.xml"/>
  <Relationship Id="rId13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clothing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portes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— SENA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Introducción y antecedentes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Introducción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transformación digital es hoy una condición de supervivencia para el pequeño comercio.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—tienda de ropa, perfumes y correas en Yopal— administra su inventario, ventas y clientes de forma manual.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Este anteproyecto propone un portafolio digital para ordenar y modernizar sus procesos administrativos.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 y estado actual del conocimiento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Como antecedentes directos del proyecto se tomaron tres estudios colombianos del sector de la moda y la ropa femenina, por su cercanía con el negocio de Luna de Cristal.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Estudios que tomamos: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1. Gallego Arango y Durán Rincón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pequeñas empresas de moda y tecnología, Oriente Antioqueño.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2. Fuentes y Mejía (2021):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 de ropa deportiva femenina en Sahagún, Córdoba.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3. Lago Padilla et al.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Bargui y la moda femenina en Aguachica, Cesar.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—diagnóstico y diseño de la propuesta—,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 y geográfico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Demográfico: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(DANE, 2024), el 50,6 % mujeres, y concentra el 41,2 % de la población de Casanare.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Mercado 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16 a 60 años de Yopal y municipios aledaños, estratos 1 a 3; la tienda atiende unas siete clientas al día.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Empresarial: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 de Casanare (12.001 empresas); el 94 % son microempresas.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es la capital de Casanare, en la Orinoquía. La tienda está en la Carrera 19 #23-57, centro de la ciudad.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mixto,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 a las clientas.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talento humano (propietaria, asesor y aprendices SENA), local dotado, inversión propia y tecnología (computador, WhatsApp Business, redes y facturación básica).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busca el menor costo posible para la microempresa.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en una semana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Estado actual del conocimiento y aportes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moda en Latinoamérica se ha desplazado hacia los canales digitales y las redes sociales; las microempresas que integran estas herramientas mejoran su posicionamiento y sus ventas (Cervera Wong &amp; Bonifacio Salazar, 2024; Luna Morelo et al., 2024).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Aportes a Luna de Cristal: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visual, fácil e integrado con ventas, inventario y redes.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conocer a las clientas y el mercado antes de decidir.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integrar demanda, operaciones y viabilidad (CANVAS).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diseño metodológico y resultados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cuantitativo; encuestas para determinar el potencial de la demanda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Tipo y alcance: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descriptivo, con propósito aplicado.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del caso Bargui en Aguachica, con encuesta de demanda y gestión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encuestas y revisión de documentación de la empresa.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Resultados: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propuesta mostró factibilidad técnica, operativa y financiera, estructurada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análisis de la demanda femenina se puede integrar con la revisión de las operaciones y la viabilidad financiera.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modelo CANVAS sirve para organizar la propuesta de valor del portafolio digital.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Lago Padilla et al.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«Bargui y el mercado de moda femenina en Aguachica, Cesar».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mercado, las operaciones y la viabilidad financiera de Bargui, empresa de confección de ropa femenina, para estructurar un modelo de negocio integral.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el potencial de la demanda femenina mediante encuestas.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los aspectos operativos con revisión documental.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Valorar la viabilidad técnica, operativa y financiera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del potencial de la moda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Necesidad de evaluar la demanda, las operaciones y la viabilidad financiera para fortalecer una empresa local.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pertinente porque estudia un caso empresarial colombiano de ropa femenina.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diseño metodológico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y tipo: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 descriptivo con enfoque mixto (encuestas y análisis documental y cualitativo).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la cabecera municipal de Sahagún; cálculo de 382 encuestas.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 (práctica de ejercicio, frecuencia y preferencias de vestuario) y revisión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comportamiento de la clientela, preferencias de producto, características del mercado y factibilidad del negocio.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describe a las encuestadas, estima la demanda, la compara con la oferta y usa indicadores financieros para concluir la viabilidad.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Muestra cómo conocer a las clientas (preferencias y hábitos) antes de decidir qué ofrecer.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Confirma la estrategia de Luna de Cristal: variedad, precios cómodos y ubicación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Enseña a comparar demanda y oferta y a revisar costos antes de invertir.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Fuentes y Mejía (2021)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Creación de una empresa dedicada a la comercialización de ropa deportiva femenina en Sahagún, Córdoba (Marina Sport).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 general: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la viabilidad de crear la empresa Marina Sport.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 local: demanda, oferta, precios y competidores.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Examinar a las potenciales clientas y sus hábitos.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efectos sociales y económicos (empleo).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Definir aspectos técnicos y organizacionales.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Estimar la factibilidad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Atender la necesidad de vestuario deportivo cómodo para las mujeres de Sahagún.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Diferenciarse con variedad de diseños, tallas y precios, en una zona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Generar empleo y dinamizar la economía local; empaques biodegradables y prendas de algodón.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Evaluar lo técnico, organizacional y financiero para pasar de una idea a una decisión informada.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1: Gallego y Durán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«Estudio de mercado para identificar el interés de las pequeñas empresas del sector textil y moda del Altiplano del Oriente Antioqueño en adquirir una aplicación tecnológica…». Universidad Católica de Oriente, Rionegro.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Metodología: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cualitativo, descriptivo y exploratorio; entrevistas semiestructuradas a profundidad a empresarios del sector y tablas cruzadas.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Hallazgos: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prefiere herramientas visuales, fáciles de usar y compatibles con facturación, inventarios, códigos QR e Instagram.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el referente más cercano: mismo sector (comercio minorista de ropa y moda) y su disposición a usar tecnología.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Antes de implementar la solución hay que levantar información directa del negocio y de sus clientes.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debe ser sencillo, visual e integrarse con ventas, inventario y redes.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histórico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ropa y accesorios ha pasado de las tiendas físicas tradicionales a modelos apoyados en canales digitales, proceso que se aceleró en los últimos años e impulsa a las microempresas a modernizar su gestión y exhibición (Carrera Mora &amp; González Rosas, 2022).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fue fundada en 2026 en Yopal, nacida del deseo de independencia financiera y la pasión por el comercio textil femenino; hoy supera su fase de introducción con un flujo de caja estable (Colsubsidio, 2023).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Evolución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Tiendas físicas tradicionales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apoyado en canales digitales y redes sociales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2026: nace Luna de Cristal, con procesos manuales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Siguiente paso: portafolio digital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SENA: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desarrolla en el programa Tecnólogo en Gestión del Desarrollo Administrativo e Innovación, que brinda acompañamiento técnico y metodológico.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beneficiaria: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Cristal, microempresa constituida como persona natural, comercio al por menor de ropa, perfumería y accesorios (CIIU 4771-4773).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Estructura: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horizontal y familiar: Dirección General, canal de ventas físico, canal de ventas digital y domicilios.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Filosofía de la empresa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Misión: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proveer a las mujeres de Yopal prendas, fragancias y accesorios en tendencia, con precios cómodos y atención cercana.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Visión 2030: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ser la tienda de moda femenina líder en Casanare, integrando el canal físico y el digital.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