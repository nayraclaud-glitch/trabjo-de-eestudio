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f6b6531-b7bf-5719-ca7e-0cf141db263d}">
          <p14:sldIdLst>
            <p14:sldId id="256"/>
          </p14:sldIdLst>
        </p14:section>
        <p14:section name="Método" id="{65780204-3462-3281-4603-d3520ab33a97}">
          <p14:sldIdLst>
            <p14:sldId id="257"/>
          </p14:sldIdLst>
        </p14:section>
        <p14:section name="1. Empatizar" id="{40576b4f-5126-035d-b48a-9073496fa366}">
          <p14:sldIdLst>
            <p14:sldId id="258"/>
            <p14:sldId id="259"/>
          </p14:sldIdLst>
        </p14:section>
        <p14:section name="2. Definir" id="{3cd76707-ec5f-962d-3d8c-27135c33668b}">
          <p14:sldIdLst>
            <p14:sldId id="260"/>
          </p14:sldIdLst>
        </p14:section>
        <p14:section name="3. Idear" id="{e6013f6b-0ec6-41ef-8a4c-137188d14ed8}">
          <p14:sldIdLst>
            <p14:sldId id="261"/>
          </p14:sldIdLst>
        </p14:section>
        <p14:section name="4. Prototipar" id="{7d12a4b1-baa3-b2b1-c7ba-e78dd43a9034}">
          <p14:sldIdLst>
            <p14:sldId id="262"/>
          </p14:sldIdLst>
        </p14:section>
        <p14:section name="5. Evaluar" id="{37e6aee6-c8a4-c68c-a045-eddddd77c0c6}">
          <p14:sldIdLst>
            <p14:sldId id="263"/>
          </p14:sldIdLst>
        </p14:section>
        <p14:section name="Cierre" id="{e49ae2eb-e4ce-d14e-dccd-302e847743b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Voy a presentar cómo apliqué el Design Thinking a Luna de Cristal, la tienda de ropa, perfumes y correas que está a mi nombre en Yopal. El Design Thinking es un método que pone a las personas en el centro: primero se escucha, luego se define el problema, se crean ideas, se prueban y se evalúan.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cinco etapas. No es una línea recta: si al evaluar algo no funciona, se vuelve a idear. Lo importante es que todo parte de escuchar a las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empatizar escuchamos a todos los que tienen que ver con la tienda: 45 clientas, las dos personas que atienden, cinco proveedores y una entrevista a la dirección. Lo más importante: las clientas están contentas, el 93 % nos recomendaría; pero el equipo dice que la tecnología es lo que más hay que mejorar.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de empatía de nuestra clienta típica: una mujer de Yopal entre 16 y 60 años. Valora el estilo, el precio y la atención. Pero hoy busca en el celular antes de salir, y si no nos encuentra, compra en otro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lo que escuchamos definimos el problema real. Lo escribimos como una pregunta "¿Cómo podríamos...?", que es la forma del Design Thinking: ¿cómo podríamos lograr que más mujeres conozcan la tienda y controlar mejor las ventas, sin gastar mucho? El producto es bueno; lo que falla es la visibilidad y el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etapa de idear sacamos muchas ideas sin juzgarlas. Después elegimos con un criterio sencillo: primero lo que cuesta poco o nada y se puede hacer ya. El POS, más publicidad pagada o una sucursal son buenas ideas, pero necesitan dinero, así que quedan para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prototipo no tiene que ser perfecto: es una versión simple para probar rápido. Hicimos cuatro, y los cuatro cuestan cero pesos: el catálogo en WhatsApp como primera versión del portafolio digital, el perfil de Google Maps, el primer Jueves de Luna con un video y una hoja para registrar las ventas.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evaluar definimos indicadores sencillos: mensajes, ventas, clientas nuevas, reseñas y cuántas prendas se venden el Jueves de Luna. Lo más importante es la regla final: si algo no funciona en dos semanas, volvemos a la etapa de idear. Así es el Design Thinking: un ciclo de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el Design Thinking me enseñó a no adivinar. En vez de inventar soluciones, escuchamos a las clientas, al equipo y a los proveedores, y de ahí salieron ideas que se pueden aplicar ya y casi sin dinero.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Design Thinking: Luna de Cristal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Cómo pasamos del problema a soluciones reales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Eimer Sebastián Rojas Cañas · Instructora: Alba Rocío Cuchigay Rosas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SENA · Tecnólogo en Gestión del Desarrollo Administrativo e Innovación · Yopal 2026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73736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Las 5 etapas del Design Thinking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578358"/>
            <a:ext cx="388620" cy="388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" y="1737360"/>
            <a:ext cx="1188720" cy="118872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034540"/>
            <a:ext cx="594360" cy="594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Empatizar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a clientas, equipo y proveedores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331720" y="2148840"/>
            <a:ext cx="411480" cy="365760"/>
          </a:xfrm>
          <a:prstGeom prst="rightArrow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91840" y="1737360"/>
            <a:ext cx="1188720" cy="1188720"/>
          </a:xfrm>
          <a:prstGeom prst="ellipse">
            <a:avLst/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2034540"/>
            <a:ext cx="594360" cy="5943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432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Definir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28803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el problema real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617720" y="2148840"/>
            <a:ext cx="411480" cy="365760"/>
          </a:xfrm>
          <a:prstGeom prst="rightArrow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577840" y="1737360"/>
            <a:ext cx="1188720" cy="1188720"/>
          </a:xfrm>
          <a:prstGeom prst="ellipse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2034540"/>
            <a:ext cx="594360" cy="5943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Idear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51663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muchas ideas y elegir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903720" y="2148840"/>
            <a:ext cx="411480" cy="365760"/>
          </a:xfrm>
          <a:prstGeom prst="rightArrow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0" y="1737360"/>
            <a:ext cx="1188720" cy="118872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20" y="2034540"/>
            <a:ext cx="594360" cy="5943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152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Prototipar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74523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versiones simples y baratas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9189720" y="2148840"/>
            <a:ext cx="411480" cy="365760"/>
          </a:xfrm>
          <a:prstGeom prst="rightArrow">
            <a:avLst/>
          </a:prstGeom>
          <a:solidFill>
            <a:srgbClr val="9A86C2"/>
          </a:solidFill>
          <a:ln w="12700">
            <a:solidFill>
              <a:srgbClr val="9A86C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149840" y="1737360"/>
            <a:ext cx="1188720" cy="1188720"/>
          </a:xfrm>
          <a:prstGeom prst="ellipse">
            <a:avLst/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020" y="2034540"/>
            <a:ext cx="594360" cy="5943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6012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Evaluar</a:t>
            </a:r>
            <a:endParaRPr lang="en-US" sz="2200" dirty="0"/>
          </a:p>
        </p:txBody>
      </p:sp>
      <p:sp>
        <p:nvSpPr>
          <p:cNvPr id="28" name="Text 20"/>
          <p:cNvSpPr txBox="1"/>
          <p:nvPr/>
        </p:nvSpPr>
        <p:spPr>
          <a:xfrm>
            <a:off x="97383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mejorar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868680" y="4983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clave: </a:t>
            </a:r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empezar por la solución, sino por las personas. Todo lo que propongo sale de lo que nos dijeron las 45 clientas, el equipo y los 5 proveedores.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1. Empatizar: escuchamos a las personas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578358"/>
            <a:ext cx="388620" cy="388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clientas encuestadas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38328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11880" y="1691640"/>
            <a:ext cx="731520" cy="731520"/>
          </a:xfrm>
          <a:prstGeom prst="ellipse">
            <a:avLst/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874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8056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361188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del equipo (mi mamá y mi prima)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21792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46520" y="1691640"/>
            <a:ext cx="731520" cy="731520"/>
          </a:xfrm>
          <a:prstGeom prst="ellipse">
            <a:avLst/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745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9" name="Text 13"/>
          <p:cNvSpPr txBox="1"/>
          <p:nvPr/>
        </p:nvSpPr>
        <p:spPr>
          <a:xfrm>
            <a:off x="64465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encuestados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905256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281160" y="1691640"/>
            <a:ext cx="731520" cy="73152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87452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14984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24" name="Text 17"/>
          <p:cNvSpPr txBox="1"/>
          <p:nvPr/>
        </p:nvSpPr>
        <p:spPr>
          <a:xfrm>
            <a:off x="928116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a la dirección del negocio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encontramos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4389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93,3 %</a:t>
            </a:r>
            <a:endParaRPr lang="en-US" sz="40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212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clientas recomendaría la tienda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343400" y="4389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29" name="Text 22"/>
          <p:cNvSpPr txBox="1"/>
          <p:nvPr/>
        </p:nvSpPr>
        <p:spPr>
          <a:xfrm>
            <a:off x="4343400" y="5212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 dice que hay que mejorar la tecnología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138160" y="4389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45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4000" dirty="0"/>
          </a:p>
        </p:txBody>
      </p:sp>
      <p:sp>
        <p:nvSpPr>
          <p:cNvPr id="31" name="Text 24"/>
          <p:cNvSpPr txBox="1"/>
          <p:nvPr/>
        </p:nvSpPr>
        <p:spPr>
          <a:xfrm>
            <a:off x="8138160" y="5212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proveedores recibe retroalimentación solo a veces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Mapa de empatía de nuestra clienta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578358"/>
            <a:ext cx="388620" cy="388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764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dice?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514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gustan los estilos y los precios"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atienden muy bien"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691640"/>
            <a:ext cx="685800" cy="68580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186309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06640" y="1764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piensa?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629400" y="2514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Quiero ver productos y precios antes de ir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quiero pagar de más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7490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19481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0965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hace?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la tienda (88,9 %)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ropa en redes y compra en línea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263640" y="37490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4023360"/>
            <a:ext cx="685800" cy="685800"/>
          </a:xfrm>
          <a:prstGeom prst="ellipse">
            <a:avLst/>
          </a:prstGeom>
          <a:solidFill>
            <a:srgbClr val="C4568A"/>
          </a:solidFill>
          <a:ln w="12700">
            <a:solidFill>
              <a:srgbClr val="C4568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410" y="419481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06640" y="40965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siente?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662940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por la atención cercana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 a otra tienda si no encuentra la nuestra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440680" y="2971800"/>
            <a:ext cx="1280160" cy="1280160"/>
          </a:xfrm>
          <a:prstGeom prst="ellipse">
            <a:avLst/>
          </a:prstGeom>
          <a:solidFill>
            <a:srgbClr val="C4568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0" y="31546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 de 16 a 60 años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2. Definir: el problema real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578358"/>
            <a:ext cx="388620" cy="388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clientas de Luna de Cristal </a:t>
            </a:r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ver los productos y precios desde el celular antes de ir a la tienda, </a:t>
            </a:r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</a:t>
            </a:r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buscan y compran por redes; pero la tienda tiene poco alcance digital y maneja todo a mano.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862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3611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podríamos 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que más mujeres de Yopal conozcan Luna de Cristal y que la tienda controle mejor sus ventas, sin gastar mucho dinero?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45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el producto: es la visibilidad y el control.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3. Idear: lluvia de ideas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578358"/>
            <a:ext cx="388620" cy="388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880360" y="160020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880360" y="16002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20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digital con catálogo y precios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60020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16002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1920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Google Maps con reseñas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38160" y="146304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469880" y="160020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469880" y="16002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1920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"Jueves de Luna": 15 % en 5 prendas quietas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278892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80360" y="292608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80360" y="2926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videos con inteligencia artificial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43400" y="278892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75120" y="292608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2926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 con tu amiga": 8 % para las dos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138160" y="278892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469880" y="292608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469880" y="2926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366760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registro diario de ventas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880360" y="425196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80360" y="4251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4572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POS y facturación electrónica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343400" y="41148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675120" y="425196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75120" y="4251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0" y="4572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publicidad pagada en Meta Ads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138160" y="41148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0469880" y="425196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469880" y="4251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366760" y="4572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otra sucursal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elegimos: </a:t>
            </a:r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lo que cuesta poco o nada y se puede hacer ya. Lo que necesita más dinero queda para después.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4. Prototipar: versiones simples y baratas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578358"/>
            <a:ext cx="388620" cy="388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0025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en WhatsApp Business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192024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versión del portafolio digital: fotos mejoradas con IA, precio y tallas.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800600" y="15727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00600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1783080"/>
            <a:ext cx="868680" cy="86868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200025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4380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Google Maps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754380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Dirección, horario, WhatsApp y 10 fotos reales. Pedir reseñas a cada clienta.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10424160" y="15727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424160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23360"/>
            <a:ext cx="868680" cy="86868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24053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92024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"Jueves de Luna"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1920240" y="4663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corto para estados y redes con 5 prendas y su precio con descuento.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800600" y="381304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800600" y="3813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46520" y="4023360"/>
            <a:ext cx="868680" cy="86868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690" y="4240530"/>
            <a:ext cx="434340" cy="4343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438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registro diario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7543800" y="4663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Mensajes, ventas, ganancia, de dónde llegó la clienta y reseñas.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10424160" y="381304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0424160" y="3813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5. Evaluar: cómo sabremos si funciona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2F9A6A"/>
          </a:solidFill>
          <a:ln w="12700">
            <a:solidFill>
              <a:srgbClr val="2F9A6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578358"/>
            <a:ext cx="388620" cy="3886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A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Cómo se mide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A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Meta a 30 días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A6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Mensajes recibidos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Conteo diario en WhatsApp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Que aumenten cada semana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Ventas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Hoja de registro diario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1 venta de producto de peso al día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Clientas nuevas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Preguntar "¿cómo nos conociste?"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Saber qué canal trae más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Reseñas en Google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Perfil de Google Maps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10 reseñas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Jueves de Luna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Prendas vendidas ese día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</a:rPr>
                        <a:t>Vender al menos 3 de 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503920" y="1463040"/>
            <a:ext cx="3108960" cy="3401568"/>
          </a:xfrm>
          <a:prstGeom prst="roundRect">
            <a:avLst>
              <a:gd name="adj" fmla="val 3529"/>
            </a:avLst>
          </a:prstGeom>
          <a:solidFill>
            <a:srgbClr val="3B2A5C"/>
          </a:solidFill>
          <a:ln w="12700">
            <a:solidFill>
              <a:srgbClr val="3B2A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737360"/>
            <a:ext cx="822960" cy="8229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778240" y="27432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funciona en 2 semanas, volvemos a idear y lo cambiamos.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Lo que aprendí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6A8"/>
                </a:solidFill>
              </a:rPr>
              <a:t>Escuchar → definir → crear → probar → mejorar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El Design Thinking me enseñó a no adivinar: las mejores ideas para Luna de Cristal salieron de escuchar a las clientas. Y casi todas se pueden hacer sin gastar dinero.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92024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na de Cristal">
  <a:themeElements>
    <a:clrScheme name="Luna de Cristal">
      <a:dk1>
        <a:srgbClr val="1F1A2E"/>
      </a:dk1>
      <a:lt1>
        <a:srgbClr val="FFFFFF"/>
      </a:lt1>
      <a:dk2>
        <a:srgbClr val="3B2A5C"/>
      </a:dk2>
      <a:lt2>
        <a:srgbClr val="EFE8FA"/>
      </a:lt2>
      <a:accent1>
        <a:srgbClr val="6B4FA0"/>
      </a:accent1>
      <a:accent2>
        <a:srgbClr val="C4568A"/>
      </a:accent2>
      <a:accent3>
        <a:srgbClr val="D9A520"/>
      </a:accent3>
      <a:accent4>
        <a:srgbClr val="2F9A6A"/>
      </a:accent4>
      <a:accent5>
        <a:srgbClr val="9A86C2"/>
      </a:accent5>
      <a:accent6>
        <a:srgbClr val="F5E6A8"/>
      </a:accent6>
      <a:hlink>
        <a:srgbClr val="6B4FA0"/>
      </a:hlink>
      <a:folHlink>
        <a:srgbClr val="C4568A"/>
      </a:folHlink>
    </a:clrScheme>
    <a:fontScheme name="Luna de Cris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- Luna de Cristal</dc:title>
  <dc:subject>PptxGenJS Presentation</dc:subject>
  <dc:creator>Eimer Sebastián Rojas Cañas</dc:creator>
  <cp:lastModifiedBy>Eimer Sebastián Rojas Cañas</cp:lastModifiedBy>
  <cp:revision>1</cp:revision>
  <dcterms:created xsi:type="dcterms:W3CDTF">2026-10-13T17:12:58Z</dcterms:created>
  <dcterms:modified xsi:type="dcterms:W3CDTF">2026-10-13T17:12:58Z</dcterms:modified>
</cp:coreProperties>
</file>